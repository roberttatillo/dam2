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f115fd4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9f115fd4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f115fd4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f115fd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f2a96c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f2a96c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f2a96c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f2a96c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f2a96c2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f2a96c2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f2a96c2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f2a96c2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f2a96c2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f2a96c2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f2a96c2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f2a96c2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f2a96c2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f2a96c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f2a96c2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9f2a96c2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f2a96c2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9f2a96c2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720"/>
              <a:t>1.2. Programaci</a:t>
            </a:r>
            <a:r>
              <a:rPr lang="es" sz="3720"/>
              <a:t>ón orientada a objetos</a:t>
            </a:r>
            <a:endParaRPr sz="3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Introducción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Atributos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Métodos constructores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Métodos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Instanciar una clase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Static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Clases anónimas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Herencias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:base()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Clases abstractas y métodos abstractos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ver que la creaci</a:t>
            </a:r>
            <a:r>
              <a:rPr lang="es"/>
              <a:t>ón de clases y la instanciación de estas es idéntica a Java.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Dentro del código vamos a incluir los métodos constructores, los atributos y los métodos.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050" y="136213"/>
            <a:ext cx="3703251" cy="487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Son variables que pertenecen a una clase.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declaran igual que las variables normales.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suelen inicializar dentro del m</a:t>
            </a:r>
            <a:r>
              <a:rPr lang="es"/>
              <a:t>étodo constructor.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le deben añadir modificadores de acceso: Public, private, protected o default.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350" y="3341150"/>
            <a:ext cx="3657300" cy="4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étodos constructores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métodos constructores o constructores son métodos especiales que se ejecutan automáticamente al inicializar los objetos.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principal misión de estos métodos es la de inicializar los campos de clase.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Estos pueden o no recibir parámetros y presentan sobrecarga de constructores, por lo que podemos encontrar varios constructores en la misma clase.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75" y="3681500"/>
            <a:ext cx="43243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338" y="3686250"/>
            <a:ext cx="301942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Funciones que incluimos dentro de una clase.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Determinan la funcionalidad de un objeto.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660" y="2461450"/>
            <a:ext cx="5512700" cy="13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Instanciar una clase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distintas formas de instanciar una clase.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m</a:t>
            </a:r>
            <a:r>
              <a:rPr lang="es"/>
              <a:t>ás común es hacerlo como en Java.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000" y="2657250"/>
            <a:ext cx="5677999" cy="5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Static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campos de clase no estáticos se clonan en nuevos objetos cada vez que se inicializa un nuevo objeto.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campos estáticos no se clonan, sino que siempre son los mismos, haciendo que este campo de clase pertenezca a la clase, por lo que ningún objeto puede actuar sobre este campo de clase estático.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acceder a campos de clase o métodos estáticos, debemos indicar primero el nombre de la clase seguido de un punto y su nombre.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podemos acceder a campos o métodos estáticos desde un objeto.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Todas las constantes se consideran estáticas sin necesidad de indicarlo.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an</a:t>
            </a:r>
            <a:r>
              <a:rPr lang="es"/>
              <a:t>ónimas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28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clases an</a:t>
            </a:r>
            <a:r>
              <a:rPr lang="es"/>
              <a:t>ónimas nos permiten instanciar objetos pertenecientes a clases a la vez que creamos sus clases.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Requisitos: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Solo pueden tener campos públicos.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Todos los atributos tienen que estar inicializados y no pueden ser static.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 se pueden definir métodos.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00" y="3641225"/>
            <a:ext cx="8766800" cy="5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Herencias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23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C# No permite herencia múltiple.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 hacer que una clase herede de otra, estamos haciendo que esta clase hijo incorpore, además de sus propios métodos y campos, los métodos y campos de la clase padre.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Todas las calses heredan de Object.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indicar que una clase hereda de otra, debemos indicar dos puntos después del nombre de la clase hijo y posteriormente indicar la clase padre.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938" y="3728575"/>
            <a:ext cx="5196125" cy="9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:base()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m</a:t>
            </a:r>
            <a:r>
              <a:rPr lang="es"/>
              <a:t>étodo base() es un equivalente al super() de Java.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Desde el constructor podemos pasarle al constructor del padre los parámetros necesarios para poder construir la instancia.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13" y="3176176"/>
            <a:ext cx="7912776" cy="9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abstractas y métodos abstractos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clases abstractas son aquellas que contienen al menos un m</a:t>
            </a:r>
            <a:r>
              <a:rPr lang="es"/>
              <a:t>étodo abstracto.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Recordad, ¿qué pasa cuando le echo un poco de colacao a un vaso de leche?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igual que en Java, tanto en al inicio de la clase como en el método añadimos la palabra reservada </a:t>
            </a:r>
            <a:r>
              <a:rPr b="1" lang="es"/>
              <a:t>abstract</a:t>
            </a:r>
            <a:r>
              <a:rPr lang="es"/>
              <a:t>.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587" y="3155900"/>
            <a:ext cx="3782825" cy="4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6512" y="4112950"/>
            <a:ext cx="3390983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