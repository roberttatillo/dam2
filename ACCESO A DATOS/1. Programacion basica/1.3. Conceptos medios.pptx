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Proxima Nov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ab8bf5ce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ab8bf5ce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ab8bf5ce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ab8bf5ce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ab8bf5ce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ab8bf5ce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ab8bf5ce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ab8bf5ce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ab8bf5ce7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ab8bf5ce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ab8bf5ce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ab8bf5ce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ab8bf5ce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ab8bf5ce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ab8bf5ce7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ab8bf5ce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ab8bf5ce7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ab8bf5ce7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ab8bf5ce7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ab8bf5ce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ab8bf5ce7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ab8bf5ce7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ab8bf5ce7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ab8bf5ce7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ab8bf5ce7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ab8bf5ce7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ab8bf5ce7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ab8bf5ce7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ab8bf5ce7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ab8bf5ce7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ab8bf5ce7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ab8bf5ce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1.3. Conceptos medios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Properties (Propiedades)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Structures (Estructuras)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Colecciones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List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LinkedList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Queue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Stack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Dictionary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Properties (Propiedades)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15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Las propiedades nos permiten facilitar el acceso a campos de clase con el modificador private.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Crearemos unos m</a:t>
            </a:r>
            <a:r>
              <a:rPr lang="es"/>
              <a:t>étodos setter y getter de forma conjunta pera acceder a estos campos.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2200" y="2887900"/>
            <a:ext cx="4284350" cy="17070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543225" y="2381550"/>
            <a:ext cx="12165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Tipo de dato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74" name="Google Shape;74;p15"/>
          <p:cNvCxnSpPr/>
          <p:nvPr/>
        </p:nvCxnSpPr>
        <p:spPr>
          <a:xfrm rot="10800000">
            <a:off x="3227150" y="2735450"/>
            <a:ext cx="619800" cy="46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" name="Google Shape;75;p15"/>
          <p:cNvSpPr txBox="1"/>
          <p:nvPr/>
        </p:nvSpPr>
        <p:spPr>
          <a:xfrm>
            <a:off x="5117775" y="2191350"/>
            <a:ext cx="121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Atributo en mayúsculas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76" name="Google Shape;76;p15"/>
          <p:cNvCxnSpPr>
            <a:endCxn id="75" idx="2"/>
          </p:cNvCxnSpPr>
          <p:nvPr/>
        </p:nvCxnSpPr>
        <p:spPr>
          <a:xfrm flipH="1" rot="10800000">
            <a:off x="4780125" y="2764050"/>
            <a:ext cx="945900" cy="3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5"/>
          <p:cNvSpPr txBox="1"/>
          <p:nvPr/>
        </p:nvSpPr>
        <p:spPr>
          <a:xfrm>
            <a:off x="7364125" y="3035425"/>
            <a:ext cx="7473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getter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7328125" y="3978575"/>
            <a:ext cx="8193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setter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79" name="Google Shape;79;p15"/>
          <p:cNvCxnSpPr>
            <a:endCxn id="77" idx="1"/>
          </p:cNvCxnSpPr>
          <p:nvPr/>
        </p:nvCxnSpPr>
        <p:spPr>
          <a:xfrm flipH="1" rot="10800000">
            <a:off x="6525625" y="3225625"/>
            <a:ext cx="838500" cy="39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5"/>
          <p:cNvCxnSpPr>
            <a:endCxn id="78" idx="1"/>
          </p:cNvCxnSpPr>
          <p:nvPr/>
        </p:nvCxnSpPr>
        <p:spPr>
          <a:xfrm>
            <a:off x="6575425" y="3918275"/>
            <a:ext cx="752700" cy="25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Properties (Propiedades)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Una vez tenemos creada la property podemos usarla en otra clase simplemente </a:t>
            </a:r>
            <a:r>
              <a:rPr lang="es"/>
              <a:t>llamándola</a:t>
            </a:r>
            <a:r>
              <a:rPr lang="es"/>
              <a:t> de la siguiente forma.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7325" y="2516562"/>
            <a:ext cx="4129350" cy="68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Structures (Estructuras)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Existen dos tipos de memoria (Stack o pila y Heap).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primera es m</a:t>
            </a:r>
            <a:r>
              <a:rPr lang="es"/>
              <a:t>ás rápida que la segunda.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información de la primera hay veces en las que se pierde mientras que la segunda se mantiene durante todo el programa.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 la hora de crear una variable se aloja en una memoria u otra: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Variable primitiva: Stack.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Variable de objeto: Heap. → Se le hace referencia desde el stack.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Colecciones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Clases que pertenecen a System.Collection.Generic.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Nos permiten almacenar elementos.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 diferencia de los arrays podemos ordenar los elementos y trastear con ellos (añadir, eliminar, buscar,...).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 tenemos que especificar un tamaño ya que son din</a:t>
            </a:r>
            <a:r>
              <a:rPr lang="es"/>
              <a:t>ámicos.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Colecciones</a:t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750" y="1017725"/>
            <a:ext cx="7716475" cy="39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List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968850"/>
            <a:ext cx="85206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Cuando eliminamos un elemento en una posición, todos los elementos siguientes se desplazan un hueco hacia arriba.</a:t>
            </a:r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9388" y="1685463"/>
            <a:ext cx="4005225" cy="21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9659" y="4029525"/>
            <a:ext cx="6104669" cy="3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/>
        </p:nvSpPr>
        <p:spPr>
          <a:xfrm>
            <a:off x="2814616" y="4553004"/>
            <a:ext cx="35148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750" lIns="68750" spcFirstLastPara="1" rIns="68750" wrap="square" tIns="68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4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¡También podemos inicializar una lista así!</a:t>
            </a:r>
            <a:endParaRPr sz="1354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List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8520600" cy="35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Add(tipo var): Añade un elemento al final de la lista.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AddRange(tipo[] var): Añade los elementos del array var a la lista.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Clear(): Elimina todos los elementos de la lista.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IndexOf(tipo var): Busca var en la lista y devuelve el </a:t>
            </a:r>
            <a:r>
              <a:rPr lang="es"/>
              <a:t>índice en el que se encuentra.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RemoveAt(int x): Elimina el elemento que se encuentra en la posición x.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Count: Devuelve la cantidad de elementos que hay dentro de la lista.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LinkedList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Similar a List, salvo que permite más eficiencia a la hora de borrar ya que internamente, cada elemento está unido a otro por nodos (links), lo que hace que la reestructuración de links sea más eficiente que la reestructuración de elementos en sí.</a:t>
            </a: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325" y="3442425"/>
            <a:ext cx="7611344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LinkedList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AddFirst(tipo var): Añade var en la primera posici</a:t>
            </a:r>
            <a:r>
              <a:rPr lang="es"/>
              <a:t>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AddLast(tipo var): Añade var en la última posición.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Clear(): Elimina todos los elementos de la lista.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Remove(tipo var): Quita la primera aparición de var en la LinkedList.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RemoveFirst(): Elimina el primer elemento.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RemoveLast(): Elimina el último elemento.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Count: Devuelve la cantidad de elementos que hay dentro de la lista.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Queue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152475"/>
            <a:ext cx="8520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Cola de elementos. Se eliminan en el orden en el que entraron: FIFO (First In First Out).</a:t>
            </a:r>
            <a:endParaRPr/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188" y="2222025"/>
            <a:ext cx="3857625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Queue</a:t>
            </a:r>
            <a:endParaRPr/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311700" y="1173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Enqueue(tipo var): Añade el elemento a la cola.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Dequeue(): Quita el primer elemento de la fila y mueve los dem</a:t>
            </a:r>
            <a:r>
              <a:rPr lang="es"/>
              <a:t>ás un paso adelante.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Clear(): Quita todos los elementos de la colección.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ToArray(): Convierte la colección en array y la devuelve.</a:t>
            </a:r>
            <a:endParaRPr/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7125" y="3552875"/>
            <a:ext cx="5169750" cy="103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Stack</a:t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311700" y="1152475"/>
            <a:ext cx="8520600" cy="9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Pila de elementos (a modo de apilarlos).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eliminan desde el último: LIFO (Last In First Out).</a:t>
            </a:r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4562" y="2108575"/>
            <a:ext cx="3794874" cy="27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Stack</a:t>
            </a:r>
            <a:endParaRPr/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Push(tipo var) Introduce en la </a:t>
            </a:r>
            <a:r>
              <a:rPr lang="es"/>
              <a:t>última posición.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Pop(): Elimina el último elemento.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Clear(): Quita todos los elementos de la colección.</a:t>
            </a:r>
            <a:endParaRPr/>
          </a:p>
        </p:txBody>
      </p:sp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7375" y="2816650"/>
            <a:ext cx="6309225" cy="128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Dictionary</a:t>
            </a:r>
            <a:endParaRPr/>
          </a:p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311700" y="1152475"/>
            <a:ext cx="8520600" cy="15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Colección que se va llenando de elementos a modo de clave-valor.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Consume más recursos que otras colecciones.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Para acceder a un valor, indicamos entre los corchetes del “array” su key.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 se recorre con un bucle foreach, devuelve un objeto clave-valor.</a:t>
            </a:r>
            <a:endParaRPr/>
          </a:p>
        </p:txBody>
      </p:sp>
      <p:pic>
        <p:nvPicPr>
          <p:cNvPr id="168" name="Google Shape;16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175" y="3336850"/>
            <a:ext cx="8311650" cy="9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Dictionary</a:t>
            </a:r>
            <a:endParaRPr/>
          </a:p>
        </p:txBody>
      </p:sp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Add(tipoLlave a, tipoValor b) Añade al diccionario la key a con el valor 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Clear(): Quita todos los elementos del diccionario.</a:t>
            </a:r>
            <a:endParaRPr/>
          </a:p>
        </p:txBody>
      </p:sp>
      <p:pic>
        <p:nvPicPr>
          <p:cNvPr id="175" name="Google Shape;1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332" y="2729600"/>
            <a:ext cx="5743350" cy="140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