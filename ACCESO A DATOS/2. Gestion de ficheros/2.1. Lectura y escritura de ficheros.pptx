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f2135cb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9f2135cb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9f2135cb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9f2135cb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9f2135cb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9f2135cb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5dc2ca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5dc2ca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5dc2ca7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5dc2ca7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5dc2ca7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5dc2ca7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dc2ca7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5dc2ca7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5dc2ca78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5dc2ca78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5dc2ca78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5dc2ca78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5dc2ca78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5dc2ca78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5dc2ca7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5dc2ca7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dc2ca7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5dc2ca7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5dc2ca78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5dc2ca78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9f2135cb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9f2135cb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f2135cb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9f2135cb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a7ac968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a7ac968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a7ac9686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a7ac9686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a7ac9686c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a7ac9686c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aad9532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aad9532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220"/>
              <a:t>2.1. Lectura y escritura de ficheros</a:t>
            </a:r>
            <a:endParaRPr sz="42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Conceptos básicos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Rutas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directorios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archivos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Leer las líneas de un fichero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Escribir en un fichero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CSV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Leer ficheros CSV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Escribir ficheros CSV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operaciones de entrada y salida (E/S) de archivos en C# son una parte esencial de muchas aplicaciones de software, ya que permiten a los desarrolladores leer y escribir en archivos de forma eficiente.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Ya se trate de almacenar datos, registrar eventos de aplicaciones o procesar grandes cantidades de texto o datos binarios, C# ofrece herramientas sólidas para trabajar con archivos.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</a:t>
            </a:r>
            <a:r>
              <a:rPr lang="es"/>
              <a:t>ón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9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clase File proporciona métodos estáticos para interactuar con archivos existentes o crear nuevos.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StreamReader y StreamWriter se utilizan comúnmente para leer y escribir archivos. StreamReader lee los archivos línea por línea, permitiendonos acceder a cada línea de texto o a un arreglo de cadenas.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clase StreamWriter se utiliza para escribir datos en un archivo, soportando la escritura de cadenas y arreglos. Se puede usar para añadir texto a un archivo existente o sobrescribir el archivo entero.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Métodos como WriteLine y WriteText permiten una fácil manipulación de datos dentro de archivos de texto.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b</a:t>
            </a:r>
            <a:r>
              <a:rPr lang="es"/>
              <a:t>ásicos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archivo es una colección de datos que se almacena en un dispositivo de almacenamiento, como un disco duro o una unidad flash.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archivos pueden contener información en diferentes formatos, como texto, imágenes, audio o datos binarios.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b</a:t>
            </a:r>
            <a:r>
              <a:rPr lang="es"/>
              <a:t>ásicos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directorio, también conocido como carpeta, es una estructura utilizada para organizar y agrupar archivos de forma jerárquica. Los directorios pueden contener otros subdirectorios y archivos.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Esta organización facilita el acceso y la gestión de los datos en el sistema.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Rutas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C#, para acceder a un archivo o directorio, necesitamos especificar su ruta, que es la dirección de ubicación dentro del sistema de archivos. Hay dos tipos de rutas comunes: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Rutas absolutas: Especifica la ubicación completa del archivo o directorio desde la raíz del sistema de archivos.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Rutas relativas: Especifica la ubicación del archivo o directorio en relación con el directorio actual del programa.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025" y="2966733"/>
            <a:ext cx="4777950" cy="2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275" y="3401200"/>
            <a:ext cx="4417447" cy="2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Rutas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importante tener en cuenta que las rutas en Windows utilizan el carácter “\” y en Unix (Linux y MacOS) “/”.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Recomendación personal: Usad siempre las rutas RELATIVAS ya que en cada sistema las rutas pueden cambiar y con las relativas nos pillamos menos los dedos.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directorios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usar el m</a:t>
            </a:r>
            <a:r>
              <a:rPr lang="es"/>
              <a:t>étodo </a:t>
            </a:r>
            <a:r>
              <a:rPr b="1" lang="es"/>
              <a:t>CreateDirectory</a:t>
            </a:r>
            <a:r>
              <a:rPr lang="es"/>
              <a:t> de la clase </a:t>
            </a:r>
            <a:r>
              <a:rPr b="1" lang="es"/>
              <a:t>Directory</a:t>
            </a:r>
            <a:r>
              <a:rPr lang="es"/>
              <a:t> que está dentro de System.IO.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 primero es incluir el namespace mencionado anteriormente.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000" y="2937725"/>
            <a:ext cx="2938000" cy="3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directorios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Antes de crear el directorio vamos a decidir la ruta en la que se va a crear este.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hacerlo con la ruta RELATIVA. 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0875" y="3012475"/>
            <a:ext cx="4122259" cy="4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directorios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usar la función </a:t>
            </a:r>
            <a:r>
              <a:rPr b="1" lang="es"/>
              <a:t>CreateDirectory</a:t>
            </a:r>
            <a:r>
              <a:rPr lang="es"/>
              <a:t> pasándole como parámetro la ruta que hemos indicado.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375" y="2400613"/>
            <a:ext cx="5429250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archivos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usar la clase </a:t>
            </a:r>
            <a:r>
              <a:rPr b="1" lang="es"/>
              <a:t>File </a:t>
            </a:r>
            <a:r>
              <a:rPr lang="es"/>
              <a:t>del namespace </a:t>
            </a:r>
            <a:r>
              <a:rPr b="1" lang="es"/>
              <a:t>System.IO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función principal que vamos a usar va a ser </a:t>
            </a:r>
            <a:r>
              <a:rPr b="1" lang="es"/>
              <a:t>File.Create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 primero es incluir el namespace mencionado anteriormente.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000" y="3044625"/>
            <a:ext cx="2938000" cy="3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archivos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Antes de crear el archivo vamos a decidir la ruta en la que se va a crear este.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hacerlo con la ruta RELATIVA. </a:t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950" y="2665275"/>
            <a:ext cx="3904100" cy="4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archivos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usar la funci</a:t>
            </a:r>
            <a:r>
              <a:rPr lang="es"/>
              <a:t>ón Create pasándole como parámetro la ruta que hemos indicado.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Cuidado, lo crea dentro de la carpeta </a:t>
            </a:r>
            <a:r>
              <a:rPr b="1" lang="es"/>
              <a:t>bin</a:t>
            </a:r>
            <a:r>
              <a:rPr lang="es"/>
              <a:t>.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2687525"/>
            <a:ext cx="51435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Leer las l</a:t>
            </a:r>
            <a:r>
              <a:rPr lang="es"/>
              <a:t>íneas de un fichero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de las cosas que podemos hacer con los ficheros es leer el contenido.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ello vamos a usar el m</a:t>
            </a:r>
            <a:r>
              <a:rPr lang="es"/>
              <a:t>étodo </a:t>
            </a:r>
            <a:r>
              <a:rPr b="1" lang="es"/>
              <a:t>ReadAllLines</a:t>
            </a:r>
            <a:r>
              <a:rPr lang="es"/>
              <a:t> de la clase </a:t>
            </a:r>
            <a:r>
              <a:rPr b="1" lang="es"/>
              <a:t>File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Después vamos a transformarlo en un array de strings con el méoto </a:t>
            </a:r>
            <a:r>
              <a:rPr b="1" lang="es"/>
              <a:t>ToArray()</a:t>
            </a:r>
            <a:r>
              <a:rPr lang="es"/>
              <a:t>.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950" y="2869375"/>
            <a:ext cx="44100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Escribir en un fichero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escribir en un fichero vamos a usar el m</a:t>
            </a:r>
            <a:r>
              <a:rPr lang="es"/>
              <a:t>étodo </a:t>
            </a:r>
            <a:r>
              <a:rPr b="1" lang="es"/>
              <a:t>WriteAllLines</a:t>
            </a:r>
            <a:r>
              <a:rPr lang="es"/>
              <a:t>, el problema es que borra lo que había antes.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no queremos perder tenemos que retocar el código anterior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092" y="2346125"/>
            <a:ext cx="6405825" cy="238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CSV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Significa “Comma-Separated Values” → Valores separados por comas.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 formato de archivo de texto que sirve para almacenar datos como por ejemplo hojas de c</a:t>
            </a:r>
            <a:r>
              <a:rPr lang="es"/>
              <a:t>álculo o bases de datos.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71750"/>
            <a:ext cx="8839201" cy="1414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CSV</a:t>
            </a:r>
            <a:endParaRPr/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Sirve para: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Intercambiar datos entre programas.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Importar y exportar datos (de bbdd u hojas de c</a:t>
            </a:r>
            <a:r>
              <a:rPr lang="es"/>
              <a:t>álculo</a:t>
            </a:r>
            <a:r>
              <a:rPr lang="es"/>
              <a:t>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Analizar datos.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Ventajas: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Simple y ligero.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Compatible con muchos softwares.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F</a:t>
            </a:r>
            <a:r>
              <a:rPr lang="es"/>
              <a:t>ácil de leer y generar automáticamente.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Limitaciones: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No guarda formato.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No maneja bien estructuras complejas (m</a:t>
            </a:r>
            <a:r>
              <a:rPr lang="es"/>
              <a:t>últiples hojas, relaciones entre tablas,...</a:t>
            </a:r>
            <a:r>
              <a:rPr lang="es"/>
              <a:t>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Leer ficheros CSV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usar el m</a:t>
            </a:r>
            <a:r>
              <a:rPr lang="es"/>
              <a:t>étodo </a:t>
            </a:r>
            <a:r>
              <a:rPr b="1" lang="es"/>
              <a:t>ReadAllLines</a:t>
            </a:r>
            <a:r>
              <a:rPr lang="es"/>
              <a:t>.</a:t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829" y="2143100"/>
            <a:ext cx="5770350" cy="15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Escribir ficheros CSV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139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crear un fichero CSV en C# vamos a tener que concatenar los campos mediante comas y crear una l</a:t>
            </a:r>
            <a:r>
              <a:rPr lang="es"/>
              <a:t>ínea por cada entrada de datos.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Vamos a usar un objeto </a:t>
            </a:r>
            <a:r>
              <a:rPr b="1" lang="es"/>
              <a:t>StringBuilder</a:t>
            </a:r>
            <a:r>
              <a:rPr lang="es"/>
              <a:t> para construir esos strings de cara a escribirlos en el fichero.</a:t>
            </a: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5325" y="2571750"/>
            <a:ext cx="2533350" cy="4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38" y="3370525"/>
            <a:ext cx="8964524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