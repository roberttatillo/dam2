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roxima Nov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5df253e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5df253e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5df253e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5df253e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5df253e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5df253e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f253e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f253e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5df253ea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5df253ea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df253ea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5df253e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5df253ea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5df253ea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5df253ea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5df253ea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5df253ea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5df253ea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df253ea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5df253ea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5df253ea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5df253ea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1e29b78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51e29b7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1e29b78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51e29b7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1e29b78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51e29b78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51e29b78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51e29b78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1e29b78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51e29b78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1e29b78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1e29b78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1e29b78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51e29b78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51e29b78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51e29b78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1e29b78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51e29b78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rss.cnn.com/rss/edition_world.rs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306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2.2. XML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Importancia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Leer ficheros XML con XmlReader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XmlReader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XmlDocument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Trabajar con XmlNode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Propiedad Name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Propiedad InnterText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Propiedad InnerXml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Propiedad OuterXml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Propiedad Atributte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XPath con la clase XmlDocument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Escribir ficheros con XmlWriter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Crear el archivo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Crear los nodos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Lenguaje de marcas que permite definir y almacenar datos de forma </a:t>
            </a:r>
            <a:r>
              <a:rPr lang="es"/>
              <a:t>compatible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</a:t>
            </a:r>
            <a:r>
              <a:rPr lang="es"/>
              <a:t>dmite el intercambio de información entre sistemas de computación, como sitios web, bases de datos y aplicaciones de terceros.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reglas predefinidas facilitan la transmisión de datos como archivos XML a través de cualquier red, ya que el destinatario puede usar esas reglas para leer los datos de forma precisa y eficiente.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888" y="3580400"/>
            <a:ext cx="3582225" cy="10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Importancia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</a:t>
            </a:r>
            <a:r>
              <a:rPr lang="es"/>
              <a:t>roporciona reglas para definir cualquier dato.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diferencia de otros lenguajes de programación, XML no puede realizar operaciones de computación por sí mismo.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cambio, se puede implementar cualquier software o lenguaje de programación para la administración estructurada de datos.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Leer ficheros XML con XmlReader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Hay dos formas de leer XML con C#: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XmlDocument: Lee el contenido completo del XML en memoria y nos permite navegar hacia adelante y atrás como lo necesites, o incluso consultar (query) al documento usando la tecnología XPath.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XmlReader: Es una alternativa más rápida y que consume menos memoria. Permite recorrer el contenido del XML, un elemento a la vez mientras te permite ver el valor, y después se mueve al siguiente elemento.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XmlReader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300" y="264675"/>
            <a:ext cx="6473999" cy="46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XmlReader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1652" t="0"/>
          <a:stretch/>
        </p:blipFill>
        <p:spPr>
          <a:xfrm>
            <a:off x="607550" y="930925"/>
            <a:ext cx="7928875" cy="401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XmlDocument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10625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Trabajar con XmlNode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una clase esencial para trabajar con nodos.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XML se interpreta en un XmlNode y despu</a:t>
            </a:r>
            <a:r>
              <a:rPr lang="es"/>
              <a:t>és podemos acceder a sus hijos con la propiedad ChildNodes.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Esta clase brinda más información como por ejemplo el nombre de la etiqueta, los atributos, el texto interno,...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 Name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Simplemente da el nombre del m</a:t>
            </a:r>
            <a:r>
              <a:rPr lang="es"/>
              <a:t>étodo.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25" y="2417750"/>
            <a:ext cx="4962525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 InnerText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Proporciona </a:t>
            </a:r>
            <a:r>
              <a:rPr b="1" lang="es"/>
              <a:t>el texto</a:t>
            </a:r>
            <a:r>
              <a:rPr lang="es"/>
              <a:t> entre las etiquetas de apertura y cierre.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400" y="2162175"/>
            <a:ext cx="4829175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 InnerXML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Parecido a InnerText.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diferencia de InnerText no elimina el c</a:t>
            </a:r>
            <a:r>
              <a:rPr lang="es"/>
              <a:t>ódigo XML de dentro de la etiqueta.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25" y="2195725"/>
            <a:ext cx="60007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238" y="3880850"/>
            <a:ext cx="4001533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 OuterXML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parecida a InnerXml.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Incluye al nodo XML mismo.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038" y="2219700"/>
            <a:ext cx="625792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975" y="3633675"/>
            <a:ext cx="5328062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 Attributes	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Recordamos → La propiedad es un elemento que describe la etiqueta.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525" y="1821813"/>
            <a:ext cx="58769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6975" y="3657850"/>
            <a:ext cx="1070025" cy="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XPath con la clase XmlDocument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Recordamos → Es el </a:t>
            </a:r>
            <a:r>
              <a:rPr lang="es"/>
              <a:t>lenguaje diseñado por el W3C que permite navegar por la estructura jerárquica de un documento XML o HTML para localizar, extraer o procesar nodos y atributos específicos.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lenguaje “SQL” para poder localizar elementos.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 visteis el año pasado en el módulo de Lenguaje de Marcas.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este ejemplo vamos a usar el RSS de CNN: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http://rss.cnn.com/rss/edition_world.rss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XPath con la clase XmlDocument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25" y="1330450"/>
            <a:ext cx="8839198" cy="304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XPath con la clase XmlDocument</a:t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0" y="1017725"/>
            <a:ext cx="628650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41800"/>
            <a:ext cx="8832609" cy="18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Escribir ficheros con XmlWriter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Hasta ahora hemos aprendido a c</a:t>
            </a:r>
            <a:r>
              <a:rPr lang="es"/>
              <a:t>ómo leer un fichero XML.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el momento de aprender a escribir uno.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Podemos hacerlo de forma “casera” escribiendo nosotras y nosotros las etiquetas a mano pero vamos a valernos de las herramientas de c# para hacernos la vida más fácil.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Tenemos dos opciones: XmlDocument y XmlWriter, nos vamos a centrar en esta segunda.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el archivo		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Fundamental tener el archivo creado para poder escribir sobre </a:t>
            </a:r>
            <a:r>
              <a:rPr lang="es"/>
              <a:t>él.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 eso vamos a usar el método </a:t>
            </a:r>
            <a:r>
              <a:rPr b="1" lang="es"/>
              <a:t>Create</a:t>
            </a:r>
            <a:r>
              <a:rPr lang="es"/>
              <a:t>, al cual le vamos a pasar como parámetro el nombre que le queremos dar al fichero.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CUIDADO → Si ya tenemos un fichero con el mismo nombre creado lo sobreescribe. </a:t>
            </a:r>
            <a:endParaRPr/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325" y="3458800"/>
            <a:ext cx="4083352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los nodos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empezar usando el m</a:t>
            </a:r>
            <a:r>
              <a:rPr lang="es"/>
              <a:t>étodo </a:t>
            </a:r>
            <a:r>
              <a:rPr b="1" lang="es"/>
              <a:t>WriteStartDocument</a:t>
            </a:r>
            <a:r>
              <a:rPr lang="es"/>
              <a:t> para “arrancar” el documento.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Después vamos a usar los siguientes métodos: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StartElement(String nombre): Abre un nodo.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WriteAttributeString(String clave, String valor): Añade un atributo a la última etiqueta abierta.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WriteString(String valor): Añade un nodo de texto a la última etiqueta.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WriteEndElement(): Cierra la última etiqueta abierta.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acabar vamos a usar los métodos </a:t>
            </a:r>
            <a:r>
              <a:rPr b="1" lang="es"/>
              <a:t>WriteEndDocument() </a:t>
            </a:r>
            <a:r>
              <a:rPr lang="es"/>
              <a:t>y </a:t>
            </a:r>
            <a:r>
              <a:rPr b="1" lang="es"/>
              <a:t>Close()</a:t>
            </a:r>
            <a:r>
              <a:rPr lang="es"/>
              <a:t> para dar por finalizado el documento.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los nodos</a:t>
            </a:r>
            <a:endParaRPr/>
          </a:p>
        </p:txBody>
      </p:sp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75" y="1303725"/>
            <a:ext cx="442912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8075" y="2318138"/>
            <a:ext cx="3190875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