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392a7597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392a7597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392a7597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392a7597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48809980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48809980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48809980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48809980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48809980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48809980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48809980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48809980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48809980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48809980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48809980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48809980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48809980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48809980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2.3. Logs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Introducción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Utilidad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Tipos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Logs en Windows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Logs en Linux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Crear logs en Linux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12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</a:t>
            </a:r>
            <a:r>
              <a:rPr lang="es"/>
              <a:t>nformación que un sistema operativo, aplicación, servicio o dispositivo deja por escrito para constatar una actividad, error, evento, acceso o cambio.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 define cómo se guarda esa información ni dónde, solo que se guarda.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2713" y="2397750"/>
            <a:ext cx="3298566" cy="247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log bien formado tiene lo siguiente: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Fecha y hora: el cuándo exacto, idealmente hasta el segundo y con zona horaria.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Origen: qué máquina, servicio o componente lo generó.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Servicio o aplicación: el subsistema concreto tras el mensaje.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Nivel de severidad: si es información rutinaria, aviso o error grave.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Usuario: quién estaba detrás de la acción (si esto aplica, claro).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IP: desde dónde se originó.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Mensaje: descripción legible de lo ocurrido.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Código de error: identificador que permite buscar el problema en la documentación.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Proceso: el PID o el componente responsable.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Identificador de evento o transacción: el hilo que permite seguir una operación a través de varios sistemas.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Utilidad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7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Detectar errores antes de que el usuario los note y nos lo haga notar con su habitual amabilidad y destreza narrando sucesos técnicos.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Investigar incidentes y reconstruir la secuencia de un fallo.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Auditar accesos y saber quién tocó qué para cuando empiecen los señalamientos con el dedo.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Analizar rendimiento e identificar cuellos de botella.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Identificar cambios de configuración que rompieron algo.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Entender el comportamiento real de una aplicación, que puede diferir del de la documentación.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Detectar actividad sospechosa y posibles intrusiones.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Cumplir requisitos de seguridad o compliance.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Reducir tiempos de diagnóstico y resolución.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8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Logs del sistema: registros del SO, servicios, arranque, kernel, procesos y errores generales. El chequeo médico general que nos dice la salud básica de la máquina.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Logs de aplicación: errores, warnings, transacciones, excepciones y comportamiento interno del software. Lo que nuestro propio código tiene que contarnos.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Logs de seguridad: intentos de login, accesos denegados, cambios de permisos, escaladas de privilegios y actividad anómala. La ronda del guardia que dice cómo está el perímetro, si lo están golpeando o se colaron enemigos tras las líneas.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Logs de acceso: peticiones HTTP, usuarios, IPs, códigos de respuesta, rutas, user agents y tiempos de respuesta. El quién es quién y cuándo de quiénes usan nuestra infraestructura, sean humanos o procesos.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Logs de auditoría: cambios relevantes, operaciones administrativas y acciones de usuarios privilegiados. Esta es la cadena de custodia y resulta fundamental en incidentes o necesidades legislativas férreas.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Logs de red: registros de firewalls, routers, switches, VPN, DNS y conexiones aceptadas o bloqueadas. Estos pergaminos son esenciales cuando se cruzan con la monitorización de red.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Logs de bases de datos: consultas lentas, errores, conexiones, bloqueos, replicación y cambios de configuración, que varían según los tipos de bases de datos en juego.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Logs cloud: registros de servicios cloud, APIs, IAM, almacenamiento, cómputo, equilibradores (me niego a escribir balanceadores) y servicios gestionados.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Logs de contenedores y Kubernetes: registros de pods, contenedores, nodos, eventos de orquestación y fallos de despliegue, efímeros por naturaleza y, por eso, especialmente traicioneros.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Logs en Windows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</a:t>
            </a:r>
            <a:r>
              <a:rPr lang="es"/>
              <a:t>l registro está casi siempre unificado en el Event Viewer o Visor de eventos del sistema.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4863" y="1864200"/>
            <a:ext cx="4674274" cy="31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Logs en Linux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8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 hay un único log, hay muchos de muchos formatos distintos aunque todos son de texto plano.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Están alojados dentro de </a:t>
            </a:r>
            <a:r>
              <a:rPr b="1" lang="es"/>
              <a:t>/var/log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más comunes son los siguientes: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/var/log/messages: los registros genéricos del sistema. Muchas aplicaciones vuelcan aquí sus mensajes a través de syslog (que veremos enseguida).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/var/log/secure: los login en el sistema, los su, etc. Los intentos fallidos aparecen como invalid password o authentication failure y son oro puro para detectar ataques de fuerza bruta.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/var/log/dmesg: lo que genera el kernel durante el arranque, antes incluso de que syslog esté disponible para capturarlo.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/var/log/maillog: el log de envío de correo del subsistema local (Postfix, sendmail u otros MTA que hablan SMTP).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/var/log/pandora/pandora_agent.log: el log del agente de monitorización de Pandora FMS si lo tienes instalado, que informa de cada ejecución y posibles problemas en ella.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/var/log/httpd/access_log: el log de un servidor HTTP como Apache.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logs en Linux	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Este es el apartado más fácil.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Vamos a aplicar lo aprendido y vamos a escribir los ficheros mencionados anteriormente </a:t>
            </a:r>
            <a:r>
              <a:rPr lang="es"/>
              <a:t>valiéndonos</a:t>
            </a:r>
            <a:r>
              <a:rPr lang="es"/>
              <a:t> de lo que ya sabemos. </a:t>
            </a:r>
            <a:r>
              <a:rPr i="1" lang="es"/>
              <a:t>(apuntes sobre lectura y escritura en ficheros).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